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9981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3387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9059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8168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3938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2837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0325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4946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9848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2452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7285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19834-57E2-4758-8E85-1C4E74FF1FE2}" type="datetimeFigureOut">
              <a:rPr lang="es-SV" smtClean="0"/>
              <a:t>5/1/2026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B5117-1AC0-4167-A7A3-504ACECC4FB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6074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" y="1390365"/>
            <a:ext cx="10926700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5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899759"/>
            <a:ext cx="10679015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" y="299601"/>
            <a:ext cx="10774279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209100"/>
            <a:ext cx="10907647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5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1504681"/>
            <a:ext cx="10793331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3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547285"/>
            <a:ext cx="10831437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4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657" y="270266"/>
            <a:ext cx="5587747" cy="617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9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375811"/>
            <a:ext cx="7192379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7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38" y="1012055"/>
            <a:ext cx="9200741" cy="437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53" y="573473"/>
            <a:ext cx="727811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66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luis.moz</dc:creator>
  <cp:lastModifiedBy>luis.moz</cp:lastModifiedBy>
  <cp:revision>1</cp:revision>
  <dcterms:created xsi:type="dcterms:W3CDTF">2026-01-05T16:12:58Z</dcterms:created>
  <dcterms:modified xsi:type="dcterms:W3CDTF">2026-01-05T16:15:56Z</dcterms:modified>
</cp:coreProperties>
</file>